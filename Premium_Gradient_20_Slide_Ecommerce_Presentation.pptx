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32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94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90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0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88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8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6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65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21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04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83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43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9826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054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99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9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46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86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58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4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53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E-Commerce Dashboard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26.47M total sales across 2016–2017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2.50M profit with 9.4% margin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Revenue ↑ but profit slightly ↓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Highly diversified global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110,764 records • 41,029 orders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284,209 units sold • 17,515 customers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Period: 2016–2017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Rich transactional &amp; geographic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KPI Summary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Total Sales, Profit, Margin %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Order Quantity &amp; Distinct Customers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Average Order Value trends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Core business health indicators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Sales &amp; Profit Trends (Time Series)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Strong October peaks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Weak November demand cycles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Revenue growth vs. margin pressure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Seasonality observed year-over-year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Market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Europe &amp; LATAM lead in revenue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USCA highest profit margin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Asia &amp; Africa steady growth pockets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Regional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Central America strongest region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Western Europe close second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High-margin regions: Canada, S. Africa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Country-Level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USA highest revenue (3.71M)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France, Mexico, Germany strong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Diverse revenue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City &amp; State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Caguas strongest city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California &amp; Texas dominate US demand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Supports targeted regional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Customer Segment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Consumer segment most profitable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Corporate stable secondary segment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Home Office smaller but reliable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Product Category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Top categories: Fishing, Cardio Equipment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High-volume: Cleats &amp; Apparel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Niche categories low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Top 5 Products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Consistent top performers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High margin and high demand items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Priority SKUs for stock &amp; marketing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Order Status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Large revenue stuck in Pending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ON_HOLD and REVIEW require fixes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Completion rate improvement opportunity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Shipping Mode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Standard Class dominates volume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Same Day highest margin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Delivery cost structure healthy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Profitability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~19% loss-making line items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Discount/promo issues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Optimization needed for margins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Market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Scale high-margin regions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Improve low-performing countries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Align inventory to regional demand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Customer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Targeted campaigns for segments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Upsell to Corporate buyers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Retention through category anchors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Operational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Reduce pending orders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Improve fraud detection pipeline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Enhance logistics &amp; delivery controls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Reprice loss-making SKUs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Boost high-margin market focus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Align promotions with seasonality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Optimize shipping mode mix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Strong global business performance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Revenue growth foundation solid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Operational inefficiencies limit profit</a:t>
            </a:r>
          </a:p>
          <a:p>
            <a:pPr lvl="1">
              <a:defRPr sz="2000">
                <a:solidFill>
                  <a:srgbClr val="E6E6FA"/>
                </a:solidFill>
              </a:defRPr>
            </a:pPr>
            <a:r>
              <a:t>High potential for scale with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D0A08C-C7B6-41D2-9969-7525368480D4}" vid="{ED1F8A2E-9F53-44B6-B1FE-4E453E71646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347</Words>
  <Application>Microsoft Office PowerPoint</Application>
  <PresentationFormat>Widescreen</PresentationFormat>
  <Paragraphs>102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Segoe UI Light</vt:lpstr>
      <vt:lpstr>Tw Cen MT</vt:lpstr>
      <vt:lpstr>Theme1</vt:lpstr>
      <vt:lpstr>E-Commerce Dashboard Analysis</vt:lpstr>
      <vt:lpstr>Executive Summary</vt:lpstr>
      <vt:lpstr>Dataset Overview</vt:lpstr>
      <vt:lpstr>KPI Summary Overview</vt:lpstr>
      <vt:lpstr>Sales &amp; Profit Trends (Time Series)</vt:lpstr>
      <vt:lpstr>Market Performance</vt:lpstr>
      <vt:lpstr>Regional Distribution</vt:lpstr>
      <vt:lpstr>Country-Level Deep Dive</vt:lpstr>
      <vt:lpstr>City &amp; State Insights</vt:lpstr>
      <vt:lpstr>Customer Segment Insights</vt:lpstr>
      <vt:lpstr>Product Category Overview</vt:lpstr>
      <vt:lpstr>Top 5 Products Review</vt:lpstr>
      <vt:lpstr>Order Status Analysis</vt:lpstr>
      <vt:lpstr>Shipping Mode Performance</vt:lpstr>
      <vt:lpstr>Profitability Distribution</vt:lpstr>
      <vt:lpstr>Market Opportunities</vt:lpstr>
      <vt:lpstr>Customer Opportunities</vt:lpstr>
      <vt:lpstr>Operational Opportunities</vt:lpstr>
      <vt:lpstr>Strategic Recommendations</vt:lpstr>
      <vt:lpstr>Final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 PA</dc:creator>
  <cp:keywords/>
  <dc:description>generated using python-pptx</dc:description>
  <cp:lastModifiedBy>Ashwin Panbude</cp:lastModifiedBy>
  <cp:revision>2</cp:revision>
  <dcterms:created xsi:type="dcterms:W3CDTF">2013-01-27T09:14:16Z</dcterms:created>
  <dcterms:modified xsi:type="dcterms:W3CDTF">2025-11-22T11:19:10Z</dcterms:modified>
  <cp:category/>
</cp:coreProperties>
</file>